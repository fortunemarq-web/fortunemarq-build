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32004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33288" y="32004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63056" y="32004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92824" y="32004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22592" y="32004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32004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82128" y="32004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11896" y="32004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41664" y="32004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88696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33288" y="88696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3056" y="88696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92824" y="88696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88696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88696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82128" y="88696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1896" y="88696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41664" y="88696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145389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33288" y="145389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145389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2824" y="145389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2592" y="145389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145389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82128" y="145389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11896" y="145389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41664" y="145389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2020824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33288" y="2020824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3056" y="2020824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92824" y="2020824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22592" y="2020824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52360" y="2020824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82128" y="2020824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11896" y="2020824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41664" y="2020824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0" y="2587752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33288" y="2587752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63056" y="2587752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92824" y="2587752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22592" y="2587752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52360" y="2587752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82128" y="2587752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11896" y="2587752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41664" y="2587752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03520" y="315468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33288" y="315468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63056" y="315468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92824" y="315468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22592" y="315468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52360" y="315468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82128" y="315468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11896" y="315468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41664" y="3154680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03520" y="372160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33288" y="372160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63056" y="372160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92824" y="372160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22592" y="372160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52360" y="372160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82128" y="372160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11896" y="372160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41664" y="3721608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03520" y="428853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33288" y="428853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63056" y="428853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92824" y="428853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22592" y="428853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52360" y="428853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882128" y="428853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311896" y="428853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41664" y="4288536"/>
            <a:ext cx="64008" cy="64008"/>
          </a:xfrm>
          <a:prstGeom prst="ellipse">
            <a:avLst/>
          </a:prstGeom>
          <a:solidFill>
            <a:srgbClr val="42CA80">
              <a:alpha val="28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17920" y="274320"/>
            <a:ext cx="3657600" cy="3657600"/>
          </a:xfrm>
          <a:prstGeom prst="ellipse">
            <a:avLst/>
          </a:prstGeom>
          <a:solidFill>
            <a:srgbClr val="42CA80">
              <a:alpha val="12000"/>
            </a:srgbClr>
          </a:solidFill>
          <a:ln w="25400">
            <a:solidFill>
              <a:srgbClr val="42CA80">
                <a:alpha val="4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256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2C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FORTUNEMARQ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274320" y="713232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</a:t>
            </a:r>
            <a:endParaRPr lang="en-US" sz="8000" dirty="0"/>
          </a:p>
        </p:txBody>
      </p:sp>
      <p:sp>
        <p:nvSpPr>
          <p:cNvPr id="78" name="Text 76"/>
          <p:cNvSpPr/>
          <p:nvPr/>
        </p:nvSpPr>
        <p:spPr>
          <a:xfrm>
            <a:off x="274320" y="166420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DIFFERENT</a:t>
            </a:r>
            <a:endParaRPr lang="en-US" sz="8000" dirty="0"/>
          </a:p>
        </p:txBody>
      </p:sp>
      <p:sp>
        <p:nvSpPr>
          <p:cNvPr id="79" name="Text 77"/>
          <p:cNvSpPr/>
          <p:nvPr/>
        </p:nvSpPr>
        <p:spPr>
          <a:xfrm>
            <a:off x="347472" y="288036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traditional agencies operate vs.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FortuneMarq runs on automation.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C0C1A"/>
          </a:solidFill>
          <a:ln w="12700">
            <a:solidFill>
              <a:srgbClr val="0C0C1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7472" y="4791456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FortuneMarq Media &amp; Marketing  ·  Hubli, Karnataka  ·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80467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TRADITIONAL AGENCY 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77824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Team-driven. Manual processes. Every step needs a dedicated person.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" y="1207008"/>
            <a:ext cx="15179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6888" y="1207008"/>
            <a:ext cx="1517904" cy="5303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1243584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8328" y="182880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Comes 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" y="2468880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entered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spreadsheet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basic CRM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83080" y="2592324"/>
            <a:ext cx="141732" cy="64008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62861" y="2532888"/>
            <a:ext cx="64008" cy="182880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43100" y="1207008"/>
            <a:ext cx="15179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43100" y="1207008"/>
            <a:ext cx="1517904" cy="5303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43100" y="1243584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34540" y="182880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34540" y="2468880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manually.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 after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24–48 hours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9292" y="2592324"/>
            <a:ext cx="141732" cy="64008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59073" y="2532888"/>
            <a:ext cx="64008" cy="182880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39312" y="1207008"/>
            <a:ext cx="15179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39312" y="1207008"/>
            <a:ext cx="1517904" cy="5303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9312" y="1243584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730752" y="182880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30752" y="2468880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from scratch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time. Takes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 minimum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75504" y="2592324"/>
            <a:ext cx="141732" cy="64008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5285" y="2532888"/>
            <a:ext cx="64008" cy="182880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35524" y="1207008"/>
            <a:ext cx="15179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35524" y="1207008"/>
            <a:ext cx="1517904" cy="5303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5524" y="1243584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426964" y="182880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26964" y="2468880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people: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ads, SEO, content,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reporting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71716" y="2592324"/>
            <a:ext cx="141732" cy="64008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51497" y="2532888"/>
            <a:ext cx="64008" cy="182880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31736" y="1207008"/>
            <a:ext cx="151790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031736" y="1207008"/>
            <a:ext cx="1517904" cy="5303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31736" y="1243584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123176" y="182880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23176" y="2468880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by hand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monthly. Sent via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as PDF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654296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mistake costs time and money. Every growth milestone requires a new hire. The business is only as fast as its slowest person.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80467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TRADITIONAL AGENCY NEEDS TO OPERATE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" y="932688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932688"/>
            <a:ext cx="91440" cy="17190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241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6–12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C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Required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" y="1810512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managers, ads specialists, SEO experts, content writers, designers, developers — one per function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80944" y="932688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80944" y="932688"/>
            <a:ext cx="91440" cy="17190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10241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₹3–8L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163824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C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Salaries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63824" y="1810512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to keep the team operational before a single client is profitable. Salaries don't stop between clients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97296" y="932688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97296" y="932688"/>
            <a:ext cx="91440" cy="17190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0176" y="10241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80176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C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Tools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80176" y="1810512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(HubSpot), SEMrush, Canva Pro, project management (Asana), reporting tools — each billed monthly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4592" y="2779776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4592" y="2779776"/>
            <a:ext cx="91440" cy="17190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87121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47472" y="3355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C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Everything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7472" y="3657600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proposal written from scratch. Every report assembled by hand. Every onboarding done via calls and emails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80944" y="2779776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80944" y="2779776"/>
            <a:ext cx="91440" cy="17190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63824" y="287121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3–6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163824" y="3355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C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to Stabilize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163824" y="3657600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Hiring, training, and building repeatable processes before the agency can operate at any reliable standard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797296" y="2779776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97296" y="2779776"/>
            <a:ext cx="91440" cy="17190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0176" y="287121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10×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980176" y="3355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C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Scales Linearly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980176" y="3657600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client often requires another hire. There is no automation absorbing the extra load — people are the system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FORTUNEMARQ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6809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system. Every function. Automated end-to-end.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5448" y="1170432"/>
            <a:ext cx="1307592" cy="2542032"/>
          </a:xfrm>
          <a:prstGeom prst="rect">
            <a:avLst/>
          </a:prstGeom>
          <a:solidFill>
            <a:srgbClr val="1E2743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" y="1170432"/>
            <a:ext cx="1307592" cy="8229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" y="1298448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8600" y="1792224"/>
            <a:ext cx="1161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" y="2542032"/>
            <a:ext cx="905256" cy="22860"/>
          </a:xfrm>
          <a:prstGeom prst="rect">
            <a:avLst/>
          </a:prstGeom>
          <a:solidFill>
            <a:srgbClr val="2E3A5C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633472"/>
            <a:ext cx="1161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 leads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 cities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import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481328" y="2414016"/>
            <a:ext cx="123444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9052" y="2359152"/>
            <a:ext cx="54864" cy="16459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3060" y="1170432"/>
            <a:ext cx="1307592" cy="2542032"/>
          </a:xfrm>
          <a:prstGeom prst="rect">
            <a:avLst/>
          </a:prstGeom>
          <a:solidFill>
            <a:srgbClr val="1E2743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23060" y="1170432"/>
            <a:ext cx="1307592" cy="8229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3060" y="1298448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96212" y="1792224"/>
            <a:ext cx="1161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FMOS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4228" y="2542032"/>
            <a:ext cx="905256" cy="22860"/>
          </a:xfrm>
          <a:prstGeom prst="rect">
            <a:avLst/>
          </a:prstGeom>
          <a:solidFill>
            <a:srgbClr val="2E3A5C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6212" y="2633472"/>
            <a:ext cx="1161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Auto-assigns leads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stage, status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owner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48940" y="2414016"/>
            <a:ext cx="123444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26664" y="2359152"/>
            <a:ext cx="54864" cy="16459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90672" y="1170432"/>
            <a:ext cx="1307592" cy="2542032"/>
          </a:xfrm>
          <a:prstGeom prst="rect">
            <a:avLst/>
          </a:prstGeom>
          <a:solidFill>
            <a:srgbClr val="1E2743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90672" y="1170432"/>
            <a:ext cx="1307592" cy="8229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90672" y="1298448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163824" y="1792224"/>
            <a:ext cx="1161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Telecaller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Cockpit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2542032"/>
            <a:ext cx="905256" cy="22860"/>
          </a:xfrm>
          <a:prstGeom prst="rect">
            <a:avLst/>
          </a:prstGeom>
          <a:solidFill>
            <a:srgbClr val="2E3A5C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63824" y="2633472"/>
            <a:ext cx="1161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on screen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volumes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guide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16552" y="2414016"/>
            <a:ext cx="123444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94276" y="2359152"/>
            <a:ext cx="54864" cy="16459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8284" y="1170432"/>
            <a:ext cx="1307592" cy="2542032"/>
          </a:xfrm>
          <a:prstGeom prst="rect">
            <a:avLst/>
          </a:prstGeom>
          <a:solidFill>
            <a:srgbClr val="1E2743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58284" y="1170432"/>
            <a:ext cx="1307592" cy="8229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58284" y="1298448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631436" y="1792224"/>
            <a:ext cx="1161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9452" y="2542032"/>
            <a:ext cx="905256" cy="22860"/>
          </a:xfrm>
          <a:prstGeom prst="rect">
            <a:avLst/>
          </a:prstGeom>
          <a:solidFill>
            <a:srgbClr val="2E3A5C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31436" y="2633472"/>
            <a:ext cx="1161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in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seconds, not days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84164" y="2414016"/>
            <a:ext cx="123444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61888" y="2359152"/>
            <a:ext cx="54864" cy="16459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25896" y="1170432"/>
            <a:ext cx="1307592" cy="2542032"/>
          </a:xfrm>
          <a:prstGeom prst="rect">
            <a:avLst/>
          </a:prstGeom>
          <a:solidFill>
            <a:srgbClr val="1E2743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25896" y="1170432"/>
            <a:ext cx="1307592" cy="8229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25896" y="1298448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099048" y="1792224"/>
            <a:ext cx="1161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27064" y="2542032"/>
            <a:ext cx="905256" cy="22860"/>
          </a:xfrm>
          <a:prstGeom prst="rect">
            <a:avLst/>
          </a:prstGeom>
          <a:solidFill>
            <a:srgbClr val="2E3A5C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99048" y="2633472"/>
            <a:ext cx="1161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SOP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for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client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351776" y="2414016"/>
            <a:ext cx="123444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29500" y="2359152"/>
            <a:ext cx="54864" cy="16459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3508" y="1170432"/>
            <a:ext cx="1307592" cy="2542032"/>
          </a:xfrm>
          <a:prstGeom prst="rect">
            <a:avLst/>
          </a:prstGeom>
          <a:solidFill>
            <a:srgbClr val="1E2743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3508" y="1170432"/>
            <a:ext cx="1307592" cy="8229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3508" y="1298448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7566660" y="1792224"/>
            <a:ext cx="1161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694676" y="2542032"/>
            <a:ext cx="905256" cy="22860"/>
          </a:xfrm>
          <a:prstGeom prst="rect">
            <a:avLst/>
          </a:prstGeom>
          <a:solidFill>
            <a:srgbClr val="2E3A5C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66660" y="2633472"/>
            <a:ext cx="1161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live data —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hand-made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791456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FMOS — FortuneMarq Operating System  ·  Next.js + Supabase  ·  Production-ready v4.5  ·  fmos.fortunemarq.com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80467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AUTOMATION ELIMINATES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059168" y="91440"/>
            <a:ext cx="1965960" cy="594360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59168" y="11887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6–10 roles  →  1 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896112"/>
            <a:ext cx="4370832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896112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AGENCY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24528" y="859536"/>
            <a:ext cx="512064" cy="512064"/>
          </a:xfrm>
          <a:prstGeom prst="ellipse">
            <a:avLst/>
          </a:prstGeom>
          <a:solidFill>
            <a:srgbClr val="1A1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4528" y="877824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96112"/>
            <a:ext cx="4370832" cy="457200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896112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FORTUNEMARQ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4592" y="1399032"/>
            <a:ext cx="437083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399032"/>
            <a:ext cx="41696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lead entry &amp; messy spreadsheets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399032"/>
            <a:ext cx="4370832" cy="493776"/>
          </a:xfrm>
          <a:prstGeom prst="rect">
            <a:avLst/>
          </a:prstGeom>
          <a:solidFill>
            <a:srgbClr val="F0FBF5"/>
          </a:solidFill>
          <a:ln w="6350">
            <a:solidFill>
              <a:srgbClr val="BBE8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1399032"/>
            <a:ext cx="41696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FMOS: 8,000+ leads auto-imported &amp; sorted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64592" y="1892808"/>
            <a:ext cx="4370832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1892808"/>
            <a:ext cx="41696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4–6 person sales team just to prospect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1892808"/>
            <a:ext cx="4370832" cy="493776"/>
          </a:xfrm>
          <a:prstGeom prst="rect">
            <a:avLst/>
          </a:prstGeom>
          <a:solidFill>
            <a:srgbClr val="E8F8EF"/>
          </a:solidFill>
          <a:ln w="6350">
            <a:solidFill>
              <a:srgbClr val="BBE8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1892808"/>
            <a:ext cx="41696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telecaller guided by CRM cockpit &amp; scripts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64592" y="2386584"/>
            <a:ext cx="437083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386584"/>
            <a:ext cx="41696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Proposals written from scratch (2–3 days)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2386584"/>
            <a:ext cx="4370832" cy="493776"/>
          </a:xfrm>
          <a:prstGeom prst="rect">
            <a:avLst/>
          </a:prstGeom>
          <a:solidFill>
            <a:srgbClr val="F0FBF5"/>
          </a:solidFill>
          <a:ln w="6350">
            <a:solidFill>
              <a:srgbClr val="BBE8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2386584"/>
            <a:ext cx="41696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Generated from template in under 2 minutes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64592" y="2880360"/>
            <a:ext cx="4370832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2880360"/>
            <a:ext cx="41696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Client onboarding takes 3–5 calls &amp; days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2880360"/>
            <a:ext cx="4370832" cy="493776"/>
          </a:xfrm>
          <a:prstGeom prst="rect">
            <a:avLst/>
          </a:prstGeom>
          <a:solidFill>
            <a:srgbClr val="E8F8EF"/>
          </a:solidFill>
          <a:ln w="6350">
            <a:solidFill>
              <a:srgbClr val="BBE8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2880360"/>
            <a:ext cx="41696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per-service checklist, same day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64592" y="3374136"/>
            <a:ext cx="437083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374136"/>
            <a:ext cx="41696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Monthly reports assembled manually (hours)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3374136"/>
            <a:ext cx="4370832" cy="493776"/>
          </a:xfrm>
          <a:prstGeom prst="rect">
            <a:avLst/>
          </a:prstGeom>
          <a:solidFill>
            <a:srgbClr val="F0FBF5"/>
          </a:solidFill>
          <a:ln w="6350">
            <a:solidFill>
              <a:srgbClr val="BBE8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3374136"/>
            <a:ext cx="41696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Auto-generated from live FMOS data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64592" y="3867912"/>
            <a:ext cx="4370832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3867912"/>
            <a:ext cx="41696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5+ disconnected paid tools costing lakhs/yr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63440" y="3867912"/>
            <a:ext cx="4370832" cy="493776"/>
          </a:xfrm>
          <a:prstGeom prst="rect">
            <a:avLst/>
          </a:prstGeom>
          <a:solidFill>
            <a:srgbClr val="E8F8EF"/>
          </a:solidFill>
          <a:ln w="6350">
            <a:solidFill>
              <a:srgbClr val="BBE8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3867912"/>
            <a:ext cx="41696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CRM handles everything end-to-end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8"/>
          </a:xfrm>
          <a:prstGeom prst="rect">
            <a:avLst/>
          </a:prstGeom>
          <a:solidFill>
            <a:srgbClr val="22223A"/>
          </a:solidFill>
          <a:ln w="12700">
            <a:solidFill>
              <a:srgbClr val="222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3658"/>
          </a:xfrm>
          <a:prstGeom prst="rect">
            <a:avLst/>
          </a:prstGeom>
          <a:solidFill>
            <a:srgbClr val="22223A"/>
          </a:solidFill>
          <a:ln w="12700">
            <a:solidFill>
              <a:srgbClr val="22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3658"/>
          </a:xfrm>
          <a:prstGeom prst="rect">
            <a:avLst/>
          </a:prstGeom>
          <a:solidFill>
            <a:srgbClr val="22223A"/>
          </a:solidFill>
          <a:ln w="12700">
            <a:solidFill>
              <a:srgbClr val="22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536192"/>
            <a:ext cx="9144000" cy="3658"/>
          </a:xfrm>
          <a:prstGeom prst="rect">
            <a:avLst/>
          </a:prstGeom>
          <a:solidFill>
            <a:srgbClr val="22223A"/>
          </a:solidFill>
          <a:ln w="12700">
            <a:solidFill>
              <a:srgbClr val="22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048256"/>
            <a:ext cx="9144000" cy="3658"/>
          </a:xfrm>
          <a:prstGeom prst="rect">
            <a:avLst/>
          </a:prstGeom>
          <a:solidFill>
            <a:srgbClr val="22223A"/>
          </a:solidFill>
          <a:ln w="12700">
            <a:solidFill>
              <a:srgbClr val="22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560320"/>
            <a:ext cx="9144000" cy="3658"/>
          </a:xfrm>
          <a:prstGeom prst="rect">
            <a:avLst/>
          </a:prstGeom>
          <a:solidFill>
            <a:srgbClr val="22223A"/>
          </a:solidFill>
          <a:ln w="12700">
            <a:solidFill>
              <a:srgbClr val="22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072384"/>
            <a:ext cx="9144000" cy="3658"/>
          </a:xfrm>
          <a:prstGeom prst="rect">
            <a:avLst/>
          </a:prstGeom>
          <a:solidFill>
            <a:srgbClr val="22223A"/>
          </a:solidFill>
          <a:ln w="12700">
            <a:solidFill>
              <a:srgbClr val="22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84448"/>
            <a:ext cx="9144000" cy="3658"/>
          </a:xfrm>
          <a:prstGeom prst="rect">
            <a:avLst/>
          </a:prstGeom>
          <a:solidFill>
            <a:srgbClr val="22223A"/>
          </a:solidFill>
          <a:ln w="12700">
            <a:solidFill>
              <a:srgbClr val="22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096512"/>
            <a:ext cx="9144000" cy="3658"/>
          </a:xfrm>
          <a:prstGeom prst="rect">
            <a:avLst/>
          </a:prstGeom>
          <a:solidFill>
            <a:srgbClr val="22223A"/>
          </a:solidFill>
          <a:ln w="12700">
            <a:solidFill>
              <a:srgbClr val="22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608576"/>
            <a:ext cx="9144000" cy="3658"/>
          </a:xfrm>
          <a:prstGeom prst="rect">
            <a:avLst/>
          </a:prstGeom>
          <a:solidFill>
            <a:srgbClr val="22223A"/>
          </a:solidFill>
          <a:ln w="12700">
            <a:solidFill>
              <a:srgbClr val="222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274320" y="-4572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0" b="1" dirty="0">
                <a:solidFill>
                  <a:srgbClr val="42CA80">
                    <a:alpha val="18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0" dirty="0"/>
          </a:p>
        </p:txBody>
      </p:sp>
      <p:sp>
        <p:nvSpPr>
          <p:cNvPr id="13" name="Text 11"/>
          <p:cNvSpPr/>
          <p:nvPr/>
        </p:nvSpPr>
        <p:spPr>
          <a:xfrm>
            <a:off x="292608" y="1645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</a:t>
            </a:r>
            <a:endParaRPr lang="en-US" sz="6800" dirty="0"/>
          </a:p>
        </p:txBody>
      </p:sp>
      <p:sp>
        <p:nvSpPr>
          <p:cNvPr id="14" name="Text 12"/>
          <p:cNvSpPr/>
          <p:nvPr/>
        </p:nvSpPr>
        <p:spPr>
          <a:xfrm>
            <a:off x="292608" y="960120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</a:t>
            </a:r>
            <a:endParaRPr lang="en-US" sz="6800" dirty="0"/>
          </a:p>
        </p:txBody>
      </p:sp>
      <p:sp>
        <p:nvSpPr>
          <p:cNvPr id="15" name="Text 13"/>
          <p:cNvSpPr/>
          <p:nvPr/>
        </p:nvSpPr>
        <p:spPr>
          <a:xfrm>
            <a:off x="347472" y="1938528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77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co-founders.</a:t>
            </a:r>
            <a:endParaRPr lang="en-US" sz="16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77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investors.</a:t>
            </a:r>
            <a:endParaRPr lang="en-US" sz="16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77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shortcuts.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" y="3090672"/>
            <a:ext cx="1005840" cy="640080"/>
          </a:xfrm>
          <a:prstGeom prst="rect">
            <a:avLst/>
          </a:prstGeom>
          <a:solidFill>
            <a:srgbClr val="1E2743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0040" y="34198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63040" y="3090672"/>
            <a:ext cx="1005840" cy="640080"/>
          </a:xfrm>
          <a:prstGeom prst="rect">
            <a:avLst/>
          </a:prstGeom>
          <a:solidFill>
            <a:srgbClr val="1E2743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7+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34198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handled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3090672"/>
            <a:ext cx="1005840" cy="640080"/>
          </a:xfrm>
          <a:prstGeom prst="rect">
            <a:avLst/>
          </a:prstGeom>
          <a:solidFill>
            <a:srgbClr val="1E2743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2CA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606040" y="34198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Self-built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86200" y="201168"/>
            <a:ext cx="45720" cy="4572000"/>
          </a:xfrm>
          <a:prstGeom prst="rect">
            <a:avLst/>
          </a:prstGeom>
          <a:solidFill>
            <a:srgbClr val="2A2A45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2194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2C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ROLE. DONE BY ONE PERSON.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0" y="749808"/>
            <a:ext cx="4846320" cy="493776"/>
          </a:xfrm>
          <a:prstGeom prst="rect">
            <a:avLst/>
          </a:prstGeom>
          <a:solidFill>
            <a:srgbClr val="1E2743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749808"/>
            <a:ext cx="73152" cy="4937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7863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297680" y="9966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FMOS from scratch — 35+ modules, full database schema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0" y="1316736"/>
            <a:ext cx="4846320" cy="493776"/>
          </a:xfrm>
          <a:prstGeom prst="rect">
            <a:avLst/>
          </a:prstGeom>
          <a:solidFill>
            <a:srgbClr val="1E2743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1316736"/>
            <a:ext cx="73152" cy="4937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13533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Developer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297680" y="15636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of Next.js, Supabase, TypeScript written alone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0" y="1883664"/>
            <a:ext cx="4846320" cy="493776"/>
          </a:xfrm>
          <a:prstGeom prst="rect">
            <a:avLst/>
          </a:prstGeom>
          <a:solidFill>
            <a:srgbClr val="1E2743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1883664"/>
            <a:ext cx="73152" cy="4937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1920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297680" y="2130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 leads scraped, cleaned, structured across 9 cities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0" y="2450592"/>
            <a:ext cx="4846320" cy="493776"/>
          </a:xfrm>
          <a:prstGeom prst="rect">
            <a:avLst/>
          </a:prstGeom>
          <a:solidFill>
            <a:srgbClr val="1E2743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0" y="2450592"/>
            <a:ext cx="73152" cy="4937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2487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Strategist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297680" y="2697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Scripts, proposals, WhatsApp templates, objection handling — all authored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0" y="3017520"/>
            <a:ext cx="4846320" cy="493776"/>
          </a:xfrm>
          <a:prstGeom prst="rect">
            <a:avLst/>
          </a:prstGeom>
          <a:solidFill>
            <a:srgbClr val="1E2743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0" y="3017520"/>
            <a:ext cx="73152" cy="4937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0" y="3054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Designer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297680" y="32644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identity, 11 landing pages, 75 market PDFs — all designed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0" y="3584448"/>
            <a:ext cx="4846320" cy="493776"/>
          </a:xfrm>
          <a:prstGeom prst="rect">
            <a:avLst/>
          </a:prstGeom>
          <a:solidFill>
            <a:srgbClr val="1E2743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0" y="3584448"/>
            <a:ext cx="73152" cy="4937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97680" y="36210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Writer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297680" y="38313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WhatsApp templates, 4 telecaller scripts, all SOPs written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14800" y="4151376"/>
            <a:ext cx="4846320" cy="493776"/>
          </a:xfrm>
          <a:prstGeom prst="rect">
            <a:avLst/>
          </a:prstGeom>
          <a:solidFill>
            <a:srgbClr val="1E2743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14800" y="4151376"/>
            <a:ext cx="73152" cy="4937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0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Manager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4297680" y="43982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GST, legal docs, onboarding systems, team roles — all set up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" y="4700016"/>
            <a:ext cx="8558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typically takes a minimum of 2–3 specialists to build what you just saw. I did it alone — learning, creating, implementing, debugging, and shipping every single piece of 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Built Different — FortuneMarq</dc:title>
  <dc:subject>PptxGenJS Presentation</dc:subject>
  <dc:creator>Sayed Jabeer</dc:creator>
  <cp:lastModifiedBy>Sayed Jabeer</cp:lastModifiedBy>
  <cp:revision>1</cp:revision>
  <dcterms:created xsi:type="dcterms:W3CDTF">2026-04-29T14:14:39Z</dcterms:created>
  <dcterms:modified xsi:type="dcterms:W3CDTF">2026-04-29T14:14:39Z</dcterms:modified>
</cp:coreProperties>
</file>